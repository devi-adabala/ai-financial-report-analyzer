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AI-BASED FINANCIAL</a:t>
            </a:r>
            <a:br/>
            <a:r>
              <a:t>REPORT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1DCE7"/>
                </a:solidFill>
              </a:defRPr>
            </a:pPr>
            <a:r>
              <a:t>Mini Project Presentation | PDF extraction + financial analytics + trained ML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87"/>
                </a:solidFill>
              </a:defRPr>
            </a:pPr>
            <a:r>
              <a:t>Why automate financial report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640"/>
                </a:solidFill>
              </a:defRPr>
            </a:pPr>
            <a:r>
              <a:t>Financial PDFs contain important metrics but use varied layouts and labels.</a:t>
            </a:r>
          </a:p>
          <a:p>
            <a:pPr>
              <a:spcAft>
                <a:spcPts val="1300"/>
              </a:spcAft>
              <a:defRPr sz="2100">
                <a:solidFill>
                  <a:srgbClr val="283640"/>
                </a:solidFill>
              </a:defRPr>
            </a:pPr>
            <a:r>
              <a:t>Manual comparison of revenue, profit, assets, and ratios takes time.</a:t>
            </a:r>
          </a:p>
          <a:p>
            <a:pPr>
              <a:spcAft>
                <a:spcPts val="1300"/>
              </a:spcAft>
              <a:defRPr sz="2100">
                <a:solidFill>
                  <a:srgbClr val="283640"/>
                </a:solidFill>
              </a:defRPr>
            </a:pPr>
            <a:r>
              <a:t>The system should analyze uploaded report values without inserting demo figures.</a:t>
            </a:r>
          </a:p>
          <a:p>
            <a:pPr>
              <a:spcAft>
                <a:spcPts val="1300"/>
              </a:spcAft>
              <a:defRPr sz="2100">
                <a:solidFill>
                  <a:srgbClr val="283640"/>
                </a:solidFill>
              </a:defRPr>
            </a:pPr>
            <a:r>
              <a:t>Forecasting can support exploration, but extracted values must remain reviewable.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Extract selectable text and parse common financial metrics from PDF.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Let the user review and edit extracted values before analysis.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Calculate ratios, period changes, potential anomalies, and revenue forecasts.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Train a model using SEC company-year data and report held-out metrics.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Generate a downloadable PDF analysis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87"/>
                </a:solidFill>
              </a:defRPr>
            </a:pPr>
            <a:r>
              <a:t>PDF analysis and model training are separate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920240" cy="91440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Upload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2103120" cy="91440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Extract &amp; 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103120" cy="91440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Review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45920"/>
            <a:ext cx="1920240" cy="91440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645920"/>
            <a:ext cx="1920240" cy="91440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Dashboard / PDF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1901952"/>
            <a:ext cx="228600" cy="320040"/>
          </a:xfrm>
          <a:prstGeom prst="rightArrow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64608" y="1901952"/>
            <a:ext cx="228600" cy="320040"/>
          </a:xfrm>
          <a:prstGeom prst="rightArrow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242048" y="1901952"/>
            <a:ext cx="228600" cy="320040"/>
          </a:xfrm>
          <a:prstGeom prst="rightArrow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436608" y="1901952"/>
            <a:ext cx="228600" cy="320040"/>
          </a:xfrm>
          <a:prstGeom prst="rightArrow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3657600"/>
            <a:ext cx="6126480" cy="1005840"/>
          </a:xfrm>
          <a:prstGeom prst="roundRect">
            <a:avLst/>
          </a:prstGeom>
          <a:solidFill>
            <a:srgbClr val="E1F0F4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6324F"/>
                </a:solidFill>
              </a:defRPr>
            </a:pPr>
            <a:r>
              <a:t>Offline training: SEC quarterly archives → company-year dataset → Random Forest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640"/>
                </a:solidFill>
              </a:defRPr>
            </a:pPr>
            <a:r>
              <a:t>Training data is never used to fill missing PDF figures.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Python — application logic and model training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Streamlit — interactive web dashboard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pdfplumber — PDF text extraction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Pandas / NumPy — preprocessing and analysis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scikit-learn — Random Forest regression and anomaly detection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Plotly — interactive trend charts | ReportLab — downloadable PDF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Input: 16 user-provided SEC quarterly archives, 2022 Q1–2025 Q4.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Filtered annual 10-K / 10-K/A filings and selected common US-GAAP tags.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Prepared table: 41,650 company-year rows and 7,541 companies before model-specific filters.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Historical comparative facts in annual filings extend the prepared period range to 2007–2025.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Tag coverage varies, so missing values are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Algorithm: RandomForestRegressor.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Target: next-period revenue for the same company.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Features: current Revenue, Net Profit, Total Assets.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Signed-log feature scaling supports negative net profit and reduces scale differences.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Log-transformed revenue target; evaluation uses a company-held-out test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6B87"/>
                </a:solidFill>
              </a:defRPr>
            </a:pPr>
            <a:r>
              <a:t>Held-out test split; errors are reported in USD and percentage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Usable examples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17,060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Companies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5,167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Test rows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3,401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60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R²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0.9743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MAE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$844,566,115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03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RMSE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$4,554,027,426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4846320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6B87"/>
                </a:solidFill>
              </a:defRPr>
            </a:pPr>
            <a:r>
              <a:t>Median absolute percentage error</a:t>
            </a:r>
          </a:p>
          <a:p>
            <a:pPr>
              <a:defRPr sz="2000" b="1">
                <a:solidFill>
                  <a:srgbClr val="16324F"/>
                </a:solidFill>
              </a:defRPr>
            </a:pPr>
            <a:r>
              <a:t>16.13%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Prototype metrics are not a guarantee; revenue scale varies greatly across companies.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Financial Analysis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Liquidity: Current Ratio = Current Assets / Current Liabilities.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Leverage: Debt-to-Equity = Total Debt / Shareholders’ Equity.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Profitability: Net Profit Margin and Return on Assets.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Period comparison: absolute and percentage changes.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Potential anomaly flags, trend forecast, and narrative insights.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PDF report export for the analyzed upload.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1. Run `streamlit run app.py`.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2. Upload a text-based financial PDF.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3. Verify and edit the extracted values table.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4. Click Analyze this PDF.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5. Review ratios, comparisons, anomalies, forecasts, and insights.</a:t>
            </a:r>
          </a:p>
          <a:p>
            <a:pPr>
              <a:spcAft>
                <a:spcPts val="1300"/>
              </a:spcAft>
              <a:defRPr sz="1900">
                <a:solidFill>
                  <a:srgbClr val="283640"/>
                </a:solidFill>
              </a:defRPr>
            </a:pPr>
            <a:r>
              <a:t>6. Download the generated analysis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PDF layouts vary; extracted figures require human verification.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Scanned PDFs need OCR, not enabled in this version.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SEC-trained model may not generalize to private or India-specific company reports.</a:t>
            </a:r>
          </a:p>
          <a:p>
            <a:pPr>
              <a:spcAft>
                <a:spcPts val="1300"/>
              </a:spcAft>
              <a:defRPr sz="1800">
                <a:solidFill>
                  <a:srgbClr val="283640"/>
                </a:solidFill>
              </a:defRPr>
            </a:pPr>
            <a:r>
              <a:t>Future: OCR, better table extraction, currency normalization, sector-specific models, explainability, and temporal backtesting.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End-to-end mini-project with PDF input, financial analytics, model forecasting, and report export.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Trained model and evaluation metrics are included in the project package.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No predefined financial values are shown in the UI; analysis is based on the uploaded PDF.</a:t>
            </a:r>
          </a:p>
          <a:p>
            <a:pPr>
              <a:spcAft>
                <a:spcPts val="1300"/>
              </a:spcAft>
              <a:defRPr sz="2000">
                <a:solidFill>
                  <a:srgbClr val="283640"/>
                </a:solidFill>
              </a:defRPr>
            </a:pPr>
            <a:r>
              <a:t>Human review is essential before using the output for real financial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